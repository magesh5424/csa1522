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09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2062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512064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381444" y="1986916"/>
            <a:ext cx="71530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kern="0" spc="4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CSA1522-CLOUD COMPUTING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2425065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Study of IaaS, PaaS, and SaaS</a:t>
            </a:r>
            <a:endParaRPr lang="en-US" sz="3800" b="1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 Educational Institution</a:t>
            </a:r>
            <a:endParaRPr lang="en-US" sz="3800" b="1" dirty="0"/>
          </a:p>
        </p:txBody>
      </p:sp>
      <p:sp>
        <p:nvSpPr>
          <p:cNvPr id="6" name="Shape 4"/>
          <p:cNvSpPr/>
          <p:nvPr/>
        </p:nvSpPr>
        <p:spPr>
          <a:xfrm>
            <a:off x="753618" y="476631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630749" y="4838700"/>
            <a:ext cx="3865051" cy="1304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ARAVIND KUMAR.S (192524210)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MAGESH.S (192525002)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BRIJESH.T (192521391)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1781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64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cloud computing service models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IaaS, PaaS, and SaaS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their applications in educational institutions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 cloud service for different academic needs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89320" y="1371600"/>
            <a:ext cx="5623560" cy="4846320"/>
          </a:xfrm>
          <a:prstGeom prst="roundRect">
            <a:avLst>
              <a:gd name="adj" fmla="val 2264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6309360" y="1645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ppt/icon_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23" y="178198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6642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309360" y="24688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6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provides computing resources such as servers, storage, software, and applications over the Internet. It helps educational institutions reduce costs, improve accessibility, and support online learning.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360" y="4892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 Compared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provides virtualized computing resources such as servers, storage, and networking over the Internet.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Scalability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Pay-as-you-use pricing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92640" y="4572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/home/claude/ppt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3" y="742493"/>
            <a:ext cx="618134" cy="6181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8745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37744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Virtual Machines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Compute Engine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41605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Use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29400" y="47091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host websites, databases, and Learning Management Systems (LMS).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provides a complete development platform for building, testing, and deploying applications.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development environment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support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92640" y="45720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ppt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3" y="742493"/>
            <a:ext cx="618134" cy="6181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8745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37744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41605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Use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29400" y="47091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faculty develop educational websites and mobile applications.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delivers ready-to-use software applications through the Internet.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anywhere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Subscription-based service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92640" y="457200"/>
            <a:ext cx="1188720" cy="11887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9" name="Image 0" descr="/home/claude/ppt/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3" y="742493"/>
            <a:ext cx="618134" cy="6181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8745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37744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41605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Use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29400" y="47091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classes, assignment submission, video meetings, and collaboration.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Architecture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309360" cy="3017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&amp;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Usage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Skill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Hosting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Development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 Stack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315200" y="160020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9FD3E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60020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3" name="Shape 4"/>
          <p:cNvSpPr/>
          <p:nvPr/>
        </p:nvSpPr>
        <p:spPr>
          <a:xfrm rot="10800000">
            <a:off x="9336024" y="2264054"/>
            <a:ext cx="164592" cy="128016"/>
          </a:xfrm>
          <a:prstGeom prst="triangle">
            <a:avLst/>
          </a:prstGeom>
          <a:solidFill>
            <a:srgbClr val="5A6B72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0" y="2368296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36829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(Software)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rot="10800000">
            <a:off x="9336024" y="3032150"/>
            <a:ext cx="164592" cy="128016"/>
          </a:xfrm>
          <a:prstGeom prst="triangle">
            <a:avLst/>
          </a:prstGeom>
          <a:solidFill>
            <a:srgbClr val="5A6B72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0" y="3136392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313639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(Platform)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 rot="10800000">
            <a:off x="9336024" y="3800246"/>
            <a:ext cx="164592" cy="128016"/>
          </a:xfrm>
          <a:prstGeom prst="triangle">
            <a:avLst/>
          </a:prstGeom>
          <a:solidFill>
            <a:srgbClr val="5A6B72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0" y="3904488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390448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(Infrastructure)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 rot="10800000">
            <a:off x="9336024" y="4568342"/>
            <a:ext cx="164592" cy="128016"/>
          </a:xfrm>
          <a:prstGeom prst="triangle">
            <a:avLst/>
          </a:prstGeom>
          <a:solidFill>
            <a:srgbClr val="5A6B72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0" y="4672584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467258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 &amp;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Institution Use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888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88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810512"/>
            <a:ext cx="40233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college website and LMS.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4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15010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501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2971800"/>
            <a:ext cx="40233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develop cloud-based applications.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539996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399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4133088"/>
            <a:ext cx="402336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conduct online classes; students submit assignments; faculty collaborate using cloud apps.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47204" y="19019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0" descr="/home/claude/ppt/icon_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434" y="2051182"/>
            <a:ext cx="323332" cy="3233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92240" y="25786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144000" y="1737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90404" y="19019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1" descr="/home/claude/ppt/icon_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634" y="2051182"/>
            <a:ext cx="323332" cy="3233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235440" y="25786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Accessibility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00800" y="33375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26" name="Shape 22"/>
          <p:cNvSpPr/>
          <p:nvPr/>
        </p:nvSpPr>
        <p:spPr>
          <a:xfrm>
            <a:off x="7347204" y="35021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2" descr="/home/claude/ppt/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434" y="3651382"/>
            <a:ext cx="323332" cy="3233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92240" y="4178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9144000" y="33375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30" name="Shape 25"/>
          <p:cNvSpPr/>
          <p:nvPr/>
        </p:nvSpPr>
        <p:spPr>
          <a:xfrm>
            <a:off x="10090404" y="35021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/home/claude/ppt/icon_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634" y="3651382"/>
            <a:ext cx="323332" cy="3233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35440" y="4178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400800" y="49377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34" name="Shape 28"/>
          <p:cNvSpPr/>
          <p:nvPr/>
        </p:nvSpPr>
        <p:spPr>
          <a:xfrm>
            <a:off x="7347204" y="51023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/home/claude/ppt/icon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6434" y="5251582"/>
            <a:ext cx="323332" cy="3233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492240" y="5779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Collaboration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9144000" y="49377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38" name="Shape 31"/>
          <p:cNvSpPr/>
          <p:nvPr/>
        </p:nvSpPr>
        <p:spPr>
          <a:xfrm>
            <a:off x="10090404" y="51023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5" descr="/home/claude/ppt/icon_mon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9634" y="5251582"/>
            <a:ext cx="323332" cy="3233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235440" y="5779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Learning Support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389120" cy="438912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5577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plays a vital role in modern education. IaaS provides infrastructure, PaaS supports application development, and SaaS delivers ready-to-use software. Educational institutions can improve learning, collaboration, and resource management by choosing the right cloud service model.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Infrastructure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9959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Development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3799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Ready-to-use Software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8554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flexibility, reduces cost, and supports digital education.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39" y="138684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2314575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406015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40880" y="3343275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040880" y="3520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76EFD8-305D-28DC-B85B-C332F7F5F440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12328-FA5A-B15B-BD95-EC5E50A6C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03" y="532142"/>
            <a:ext cx="10299940" cy="57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4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7-28 at 2.50.16 PM">
            <a:hlinkClick r:id="" action="ppaction://media"/>
            <a:extLst>
              <a:ext uri="{FF2B5EF4-FFF2-40B4-BE49-F238E27FC236}">
                <a16:creationId xmlns:a16="http://schemas.microsoft.com/office/drawing/2014/main" id="{8CF5184E-29AE-48FF-1024-41FB5142206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3520" y="1308370"/>
            <a:ext cx="7802562" cy="438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5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63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446</Words>
  <Application>Microsoft Office PowerPoint</Application>
  <PresentationFormat>Widescreen</PresentationFormat>
  <Paragraphs>123</Paragraphs>
  <Slides>10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Magesh S</cp:lastModifiedBy>
  <cp:revision>3</cp:revision>
  <dcterms:created xsi:type="dcterms:W3CDTF">2026-07-23T07:49:57Z</dcterms:created>
  <dcterms:modified xsi:type="dcterms:W3CDTF">2026-07-28T09:28:13Z</dcterms:modified>
</cp:coreProperties>
</file>